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9137fedcc54552" /><Relationship Type="http://schemas.openxmlformats.org/officeDocument/2006/relationships/extended-properties" Target="/docProps/app.xml" Id="R8339a2dc81fa4968" /><Relationship Type="http://schemas.openxmlformats.org/officeDocument/2006/relationships/officeDocument" Target="/ppt/presentation.xml" Id="R2fa23f74a10b45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693f8778b04c01"/>
  </p:sldMasterIdLst>
  <p:notesMasterIdLst>
    <p:notesMasterId xmlns:r="http://schemas.openxmlformats.org/officeDocument/2006/relationships" r:id="R17fa801620134599"/>
  </p:notesMasterIdLst>
  <p:sldIdLst>
    <p:sldId xmlns:r="http://schemas.openxmlformats.org/officeDocument/2006/relationships" id="256" r:id="R9a21cd2bbfcd4fd1"/>
    <p:sldId xmlns:r="http://schemas.openxmlformats.org/officeDocument/2006/relationships" id="257" r:id="Re4a01d70ab0a4dfd"/>
    <p:sldId xmlns:r="http://schemas.openxmlformats.org/officeDocument/2006/relationships" id="258" r:id="R069b90a6804041d9"/>
    <p:sldId xmlns:r="http://schemas.openxmlformats.org/officeDocument/2006/relationships" id="259" r:id="Rc6eb15f9e4064bea"/>
    <p:sldId xmlns:r="http://schemas.openxmlformats.org/officeDocument/2006/relationships" id="260" r:id="Rbe39dec5e28f4248"/>
    <p:sldId xmlns:r="http://schemas.openxmlformats.org/officeDocument/2006/relationships" id="261" r:id="Rcfa4e9ddc2904e29"/>
    <p:sldId xmlns:r="http://schemas.openxmlformats.org/officeDocument/2006/relationships" id="262" r:id="Re98ead39864d4f36"/>
    <p:sldId xmlns:r="http://schemas.openxmlformats.org/officeDocument/2006/relationships" id="263" r:id="R1677feb72cc64a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274e1a350401d" /><Relationship Type="http://schemas.openxmlformats.org/officeDocument/2006/relationships/slideMaster" Target="/ppt/slideMasters/slideMaster1.xml" Id="Rca693f8778b04c01" /><Relationship Type="http://schemas.openxmlformats.org/officeDocument/2006/relationships/notesMaster" Target="/ppt/notesMasters/notesMaster1.xml" Id="R17fa801620134599" /><Relationship Type="http://schemas.openxmlformats.org/officeDocument/2006/relationships/presProps" Target="/ppt/presProps.xml" Id="Rd6b7438b51504af0" /><Relationship Type="http://schemas.openxmlformats.org/officeDocument/2006/relationships/tableStyles" Target="/ppt/tableStyles.xml" Id="R4e7ed34ca4c44c53" /><Relationship Type="http://schemas.openxmlformats.org/officeDocument/2006/relationships/slide" Target="/ppt/slides/slide1.xml" Id="R9a21cd2bbfcd4fd1" /><Relationship Type="http://schemas.openxmlformats.org/officeDocument/2006/relationships/slide" Target="/ppt/slides/slide2.xml" Id="Re4a01d70ab0a4dfd" /><Relationship Type="http://schemas.openxmlformats.org/officeDocument/2006/relationships/slide" Target="/ppt/slides/slide3.xml" Id="R069b90a6804041d9" /><Relationship Type="http://schemas.openxmlformats.org/officeDocument/2006/relationships/slide" Target="/ppt/slides/slide4.xml" Id="Rc6eb15f9e4064bea" /><Relationship Type="http://schemas.openxmlformats.org/officeDocument/2006/relationships/slide" Target="/ppt/slides/slide5.xml" Id="Rbe39dec5e28f4248" /><Relationship Type="http://schemas.openxmlformats.org/officeDocument/2006/relationships/slide" Target="/ppt/slides/slide6.xml" Id="Rcfa4e9ddc2904e29" /><Relationship Type="http://schemas.openxmlformats.org/officeDocument/2006/relationships/slide" Target="/ppt/slides/slide7.xml" Id="Re98ead39864d4f36" /><Relationship Type="http://schemas.openxmlformats.org/officeDocument/2006/relationships/slide" Target="/ppt/slides/slide8.xml" Id="R1677feb72cc64a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3c6f93c0564a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46840ecb4546cd" /><Relationship Type="http://schemas.openxmlformats.org/officeDocument/2006/relationships/notesMaster" Target="/ppt/notesMasters/notesMaster1.xml" Id="Radb75daf608f43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69c91d05ec4fed" /><Relationship Type="http://schemas.openxmlformats.org/officeDocument/2006/relationships/notesMaster" Target="/ppt/notesMasters/notesMaster1.xml" Id="Rbf264e829a5a43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f57b882ae648d6" /><Relationship Type="http://schemas.openxmlformats.org/officeDocument/2006/relationships/notesMaster" Target="/ppt/notesMasters/notesMaster1.xml" Id="R1b9f6dd8f16447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7a8ca94d034bf8" /><Relationship Type="http://schemas.openxmlformats.org/officeDocument/2006/relationships/notesMaster" Target="/ppt/notesMasters/notesMaster1.xml" Id="Rb9dbd0cde03f41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44384397484f28" /><Relationship Type="http://schemas.openxmlformats.org/officeDocument/2006/relationships/notesMaster" Target="/ppt/notesMasters/notesMaster1.xml" Id="R7c558e43b4a846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d31e0ffc7d4902" /><Relationship Type="http://schemas.openxmlformats.org/officeDocument/2006/relationships/notesMaster" Target="/ppt/notesMasters/notesMaster1.xml" Id="Rd9b8ece2ea8242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4b75529e814bf4" /><Relationship Type="http://schemas.openxmlformats.org/officeDocument/2006/relationships/notesMaster" Target="/ppt/notesMasters/notesMaster1.xml" Id="Rd91811ec766845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5db988f13e4853" /><Relationship Type="http://schemas.openxmlformats.org/officeDocument/2006/relationships/notesMaster" Target="/ppt/notesMasters/notesMaster1.xml" Id="Rfe6cf0e0bef848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FastFence kontroluje to, co agent wysyła do modeli i narzędzi, oraz to, co zwraca użytkownikowi. Samo uwierzytelnienie nie chroni przed wyciekiem danych ani niekontrolowanym użyciem narzędzi. Zbudowaliśmy centralne polityki, które można zmieniać podczas pracy systemu.</a:t>
            </a:r>
          </a:p>
          <a:p xmlns:a="http://schemas.openxmlformats.org/drawingml/2006/main">
            <a:r>
              <a:t>Source: challenge criteria, sections 1–4; README.md. Team name: repository organization llama-lovers.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0:20–0:50. Ten sam silnik chroni REST, OpenAI-compatible, MCP i ACP. Najpierw wykonuje szybkie kontrole lokalne. Polityka określa, kiedy Laya ocenia znaczenie tekstu. Sprawdzamy wejście i wyjście. Konfigurację aktualizujemy bez restartu. Kolejka czeka na wolne zasoby, a przed wykonaniem ponownie sprawdzamy aktualną politykę.</a:t>
            </a:r>
          </a:p>
          <a:p xmlns:a="http://schemas.openxmlformats.org/drawingml/2006/main">
            <a:r>
              <a:t>Sources: src/fastfence/modules/control/application; specs/changes/146-bounded-fair-request-admission.yaml. Diagram is a logical view, not a promise of universal protocol compatibility.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0:50–1:20. Regułę możemy opisać słowami albo zapisać jako precyzyjny wzorzec. Porównujemy wyniki przed zmianą i po niej. Operator przegląda zmianę i aktywuje politykę bez restartu. Dla reguł semantycznych zapisujemy przypadki do ponownego uruchomienia. Jeśli model nie spełnia oczekiwań na próbkach, przegląd nie daje zgody na aktywację.</a:t>
            </a:r>
          </a:p>
          <a:p xmlns:a="http://schemas.openxmlformats.org/drawingml/2006/main">
            <a:r>
              <a:t>Sources: specs/changes/138-private-semantic-suites-and-replay.yaml; evaluation/results/reviewed-semantic-workflow-1.0.6.json. Screenshot: actual installed 1.0.7 recording. Reviewed samples do not guarantee unseen-case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1:20–1:45. Dane można nieodwracalnie maskować albo zastępować samowystarczalnymi zaszyfrowanymi tokenami. Przywrócenie oryginałów wymaga ustawienia i uprawnień. Obsługujemy też szyfrowanie z kluczem publicznym i prywatnym, bez bazy konwersacji. Obrazy i wielostronicowe PDF przetwarzamy lokalnie przez OCR, a model dostaje oczyszczony Markdown.</a:t>
            </a:r>
          </a:p>
          <a:p xmlns:a="http://schemas.openxmlformats.org/drawingml/2006/main">
            <a:r>
              <a:t>Sources: docs/examples/asymmetric-anonymization.md; src/fastfence/modules/anonymization; evaluation/results/asymmetric-crypto.json; evaluation/results/ocr-local.json. Reversible pseudonymization is not irreversible anonymization. The model must preserve complete tokens for restoration.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1:45–2:15. Mamy 1484 testy źródłowe oraz 406 testów bezpieczeństwa i transportu na paczce zainstalowanej poza repozytorium. Kolejkę sprawdziliśmy na tysiącu żądań z kontrolowanym backendem. Osobno dwanaście równoległych żądań przeszło przez prawdziwe Laya i Ollamę, łącznie z dwudziestoma czterema ocenami wejścia i wyjścia. To różne zakresy testów, nie tysiąc jednoczesnych generacji modelu.</a:t>
            </a:r>
          </a:p>
          <a:p xmlns:a="http://schemas.openxmlformats.org/drawingml/2006/main">
            <a:r>
              <a:t>Sources: specs/changes/150-queued-runtime-release.yaml; evaluation/results/request-queue-1.0.7.json; state/private/queue-package-1.0.7-pypi.json (outcomes only, no private data embedded). Counts overlap and must not be summed.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2:15–2:40. Dashboard pokazuje decyzje, powody blokad, budżety, opóźnienia i kolejkę. W szczegółach widać, czy wykonaliśmy upstream oraz jaka wersja polityki zadziałała. Eksport audytu nie zawiera surowych promptów ani kluczy. Budżety i audyt są lokalne dla procesu. Restart je zeruje, więc nie deklarujemy globalnego limitu dla wielu instancji.</a:t>
            </a:r>
          </a:p>
          <a:p xmlns:a="http://schemas.openxmlformats.org/drawingml/2006/main">
            <a:r>
              <a:t>Sources: src/fastfence/modules/control/persistence/ledger.py; docs/integration-reference.md. Screenshot: actual installed 1.0.7 recording. Dashboard refreshes periodically, not instant push telemetry.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2:40–3:00. Produkt uruchamiamy z PyPI jednym poleceniem. W nagraniu pokażemy rzeczywisty request do modelu, zmianę reguły bez restartu oraz blokadę tego samego requestu z zapisem audytu. Najważniejszą granicą pozostaje trafność modelu dla nowych reguł semantycznych. Dlatego łączymy go z kontrolami lokalnymi i obowiązkowym przeglądem próbek w tym workflow.</a:t>
            </a:r>
          </a:p>
          <a:p xmlns:a="http://schemas.openxmlformats.org/drawingml/2006/main">
            <a:r>
              <a:t>Sources: README.md; PyPI package1.0.7; docs/manual-testing.md. Automatic setup may download models and dependencies on first run. Required Python and uv prerequisites are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Opcjonalny slajd do pytań. Nie przedstawiaj tych pomiarów jako wyników 1.0.7 ani pełnego czasu odpowiedzi aplikacji.</a:t>
            </a:r>
          </a:p>
          <a:p xmlns:a="http://schemas.openxmlformats.org/drawingml/2006/main">
            <a:r>
              <a:t>Source: docs/benchmarks.md; evaluation/results/installed-package-1.0.2-comparison.json; evaluation/results/installed-package-1.0.2-semantic.json. Apple M3 Pro, one process. Deterministic2000samples+100warmup. Semantic20samples+2warmup, fixed short prompt, warm Laya/qwen3:4b, two assessments. No ingress HTTP or business-model generation. These are descriptive observations, not SLOs.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5fcaaaee2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5ba44659af4bc7" /><Relationship Type="http://schemas.openxmlformats.org/officeDocument/2006/relationships/slideLayout" Target="/ppt/slideLayouts/slideLayout1.xml" Id="R205791ed393a4c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791ed393a4c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13bffdf1244dc" /><Relationship Type="http://schemas.openxmlformats.org/officeDocument/2006/relationships/image" Target="/ppt/media/image.png" Id="R0cae9fdd4f514131" /><Relationship Type="http://schemas.openxmlformats.org/officeDocument/2006/relationships/notesSlide" Target="/ppt/notesSlides/notesSlide1.xml" Id="Re1b6fef19fce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c19a16fab47e5" /><Relationship Type="http://schemas.openxmlformats.org/officeDocument/2006/relationships/notesSlide" Target="/ppt/notesSlides/notesSlide2.xml" Id="R1d13511c43e74c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34c0f92b8449e" /><Relationship Type="http://schemas.openxmlformats.org/officeDocument/2006/relationships/image" Target="/ppt/media/image2.png" Id="R72a06020dcfd4a9c" /><Relationship Type="http://schemas.openxmlformats.org/officeDocument/2006/relationships/notesSlide" Target="/ppt/notesSlides/notesSlide3.xml" Id="R6ce49181066b4b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11ee3ea7a4d1d" /><Relationship Type="http://schemas.openxmlformats.org/officeDocument/2006/relationships/notesSlide" Target="/ppt/notesSlides/notesSlide4.xml" Id="R8a46a8100a9e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92ce180214d47" /><Relationship Type="http://schemas.openxmlformats.org/officeDocument/2006/relationships/notesSlide" Target="/ppt/notesSlides/notesSlide5.xml" Id="Rb918eee96b5145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4d2abd3b44bda" /><Relationship Type="http://schemas.openxmlformats.org/officeDocument/2006/relationships/image" Target="/ppt/media/image3.png" Id="Rdfe17779e6a24848" /><Relationship Type="http://schemas.openxmlformats.org/officeDocument/2006/relationships/notesSlide" Target="/ppt/notesSlides/notesSlide6.xml" Id="Rb851b0485ca346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07c0555e245bb" /><Relationship Type="http://schemas.openxmlformats.org/officeDocument/2006/relationships/notesSlide" Target="/ppt/notesSlides/notesSlide7.xml" Id="R541c9c04940740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4f4ee58464d0f" /><Relationship Type="http://schemas.openxmlformats.org/officeDocument/2006/relationships/notesSlide" Target="/ppt/notesSlides/notesSlide8.xml" Id="R8d71df38e6414f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0D73E-075B-45CB-89E7-64BE5E7F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FastFence 1.0.7    /   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22C1E-9855-4805-B6E6-A386DEFB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429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62B99-5473-49B2-A1A0-69FCA06E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Security policies for</a:t>
            </a:r>
          </a:p>
          <a:p xmlns:a="http://schemas.openxmlformats.org/drawingml/2006/main">
            <a:pPr>
              <a:defRPr sz="345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every AI interaction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600AA-1273-4B52-BB91-6E210ED6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7381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Sensitive data. Tool permissions. Resource budgets.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3FAE4-EC1D-4001-B8DC-455D1D2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llama-lovers</a:t>
            </a:r>
          </a:p>
          <a:p xmlns:a="http://schemas.openxmlformats.org/drawingml/2006/main">
            <a:pPr>
              <a:defRPr sz="172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HackYeah 2026 / Goldman Sachs AI Control Layer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e9fdd4f514131"/>
          <a:stretch xmlns:a="http://schemas.openxmlformats.org/drawingml/2006/main"/>
        </p:blipFill>
        <p:spPr>
          <a:xfrm xmlns:a="http://schemas.openxmlformats.org/drawingml/2006/main">
            <a:off x="8299297" y="2000250"/>
            <a:ext cx="2927656" cy="295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3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B6022-8C8A-4765-B34E-80923954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One control layer across AI 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24A9A-88D4-4EE8-9EB6-9B2098CE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FastFence 1.0.7    /  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5A521-4AC3-4142-A6FC-4B524BED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F"/>
          </a:solidFill>
          <a:ln xmlns:a="http://schemas.openxmlformats.org/drawingml/2006/main" w="14288">
            <a:solidFill>
              <a:srgbClr val="04A4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policy.yaml + threat feed</a:t>
            </a:r>
          </a:p>
          <a:p xmlns:a="http://schemas.openxmlformats.org/drawingml/2006/main">
            <a:pPr algn="ctr">
              <a:defRPr sz="19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Validated hot reload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37284-AB8F-4399-97FA-5A6471C4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A"/>
          </a:solidFill>
          <a:ln xmlns:a="http://schemas.openxmlformats.org/drawingml/2006/main" w="14288">
            <a:solidFill>
              <a:srgbClr val="53657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Apps and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F539B-A1E1-4AA6-8B12-2FBF20E4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2F"/>
          </a:solidFill>
          <a:ln xmlns:a="http://schemas.openxmlformats.org/drawingml/2006/main" w="14288">
            <a:solidFill>
              <a:srgbClr val="04A4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FastFence</a:t>
            </a:r>
          </a:p>
          <a:p xmlns:a="http://schemas.openxmlformats.org/drawingml/2006/main">
            <a:pPr algn="ctr">
              <a:defRPr sz="19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Input and output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A4657-D264-4CF4-A11A-A0A8F66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05125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A"/>
          </a:solidFill>
          <a:ln xmlns:a="http://schemas.openxmlformats.org/drawingml/2006/main" w="14288">
            <a:solidFill>
              <a:srgbClr val="53657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Models and tools</a:t>
            </a:r>
          </a:p>
        </p:txBody>
      </p:sp>
      <p:cxnSp>
        <p:nvCxnSpPr>
          <p:cNvPr id="18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3336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F277"/>
            </a:solidFill>
            <a:headEnd type="none" w="med" len="med"/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43225" y="34766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F277"/>
            </a:solidFill>
            <a:headEnd type="triangle" w="med" len="med"/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477250" y="34766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F277"/>
            </a:solidFill>
            <a:headEnd type="triangle" w="med" len="med"/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C1FAF-E3F5-4A94-AD41-3CEB6A27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REST   OpenAI-compatible   MCP   ACP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21E3F-CC9B-47B7-B66C-7339D3B3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Local Python / regex checks first</a:t>
            </a:r>
          </a:p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Laya semantic assessment when the policy requires it</a:t>
            </a:r>
          </a:p>
        </p:txBody>
      </p:sp>
    </p:spTree>
    <p:extLst>
      <p:ext uri="{BB962C8B-B14F-4D97-AF65-F5344CB8AC3E}">
        <p14:creationId xmlns:p14="http://schemas.microsoft.com/office/powerpoint/2010/main" val="637299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D1AF4-65B1-418C-A7B4-A5AD7AA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A reviewed rule becomes a live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90008-5BFE-4872-9DD3-EDEC96F9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FastFence 1.0.7    /  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94053-D6C7-4AB6-9760-E843F4E8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Describe the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4445A-D0C2-42ED-94FE-6DABCBDC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95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Test both outcomes</a:t>
            </a:r>
          </a:p>
          <a:p xmlns:a="http://schemas.openxmlformats.org/drawingml/2006/main">
            <a:pPr>
              <a:def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Review the change</a:t>
            </a:r>
          </a:p>
          <a:p xmlns:a="http://schemas.openxmlformats.org/drawingml/2006/main">
            <a:pPr>
              <a:def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Activate without restart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58A6F-C1AD-44EE-B1C7-4D65DC43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Natural-language rules use Laya. Exact patterns run locally.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06020dcfd4a9c"/>
          <a:srcRect xmlns:a="http://schemas.openxmlformats.org/drawingml/2006/main" l="0" t="23731" r="0" b="237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1381125"/>
            <a:ext cx="7677150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69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5F9C8-0507-420C-BEC0-72F508E7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Privacy controls preserve useful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52D11-EB2F-4A26-A1F2-DC57C47C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FastFence 1.0.7    /  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012CF-84C8-4ECA-8454-D076FFEF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Irreversible masking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4A6CF-3401-441C-A85C-3CC3C8BD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Aliases replace sensitive values.</a:t>
            </a:r>
          </a:p>
          <a:p xmlns:a="http://schemas.openxmlformats.org/drawingml/2006/main">
            <a:pPr>
              <a:def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No recovery of the originals.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9A0BE-DB43-4438-ADB7-D888E43D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Reversible pseudonymization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5CAC9-79FA-463C-AFD0-96BD4F20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Encrypted, self-contained tokens.</a:t>
            </a:r>
          </a:p>
          <a:p xmlns:a="http://schemas.openxmlformats.org/drawingml/2006/main">
            <a:pPr>
              <a:def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Authorized restoration with keys.</a:t>
            </a:r>
          </a:p>
          <a:p xmlns:a="http://schemas.openxmlformats.org/drawingml/2006/main">
            <a:pPr>
              <a:def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No conversation database.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FBED4-6F22-4A13-8AC9-681CA380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Images and multipage PDFs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CA464-E567-42D5-9F25-3D7B3BFB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Local OCR produces Markdown. Text controls sanitize it before the model call.</a:t>
            </a:r>
          </a:p>
        </p:txBody>
      </p:sp>
    </p:spTree>
    <p:extLst>
      <p:ext uri="{BB962C8B-B14F-4D97-AF65-F5344CB8AC3E}">
        <p14:creationId xmlns:p14="http://schemas.microsoft.com/office/powerpoint/2010/main" val="1365364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AD7D9-ABCA-4B3D-87E1-FDB22EE6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Evidence from FastFence 1.0.7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B3826-1CAD-449C-971D-70BAFA54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FastFence 1.0.7    /    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we verified</a:t>
                      </a:r>
                    </a:p>
                  </a:txBody>
                  <a:tcPr marL="91440" marR="91440" marT="45720" marB="45720">
                    <a:solidFill>
                      <a:srgbClr val="17332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C5F27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1,484 tests passed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suite, 93.28% code coverage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C5F27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406 tests passed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Installed package: security, admission, transport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C5F27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/ 12 real requests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Laya + Ollama, 24 input/output assessments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C5F27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1,000 / 1,000 requests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provider, 8 active and 992 waiting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AAE6F-18DD-4486-BA07-D1CC9D6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The queue absorbs bursts. Model capacity still limits throughput.</a:t>
            </a:r>
          </a:p>
        </p:txBody>
      </p:sp>
    </p:spTree>
    <p:extLst>
      <p:ext uri="{BB962C8B-B14F-4D97-AF65-F5344CB8AC3E}">
        <p14:creationId xmlns:p14="http://schemas.microsoft.com/office/powerpoint/2010/main" val="366429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80071-14F3-4C05-945A-042BB6D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Every decision has an operational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012AB-D9F2-4251-BB33-1D3A1E61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FastFence 1.0.7    /    06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17779e6a24848"/>
          <a:stretch xmlns:a="http://schemas.openxmlformats.org/drawingml/2006/main"/>
        </p:blipFill>
        <p:spPr>
          <a:xfrm xmlns:a="http://schemas.openxmlformats.org/drawingml/2006/main">
            <a:off x="609600" y="1291828"/>
            <a:ext cx="8191500" cy="460771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847CB-A8D4-4EB2-9D89-A2D7B07F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247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Decision + reason</a:t>
            </a:r>
          </a:p>
          <a:p xmlns:a="http://schemas.openxmlformats.org/drawingml/2006/main">
            <a:pPr>
              <a:def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Policy version</a:t>
            </a:r>
          </a:p>
          <a:p xmlns:a="http://schemas.openxmlformats.org/drawingml/2006/main">
            <a:pPr>
              <a:def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Budget usage</a:t>
            </a:r>
          </a:p>
          <a:p xmlns:a="http://schemas.openxmlformats.org/drawingml/2006/main">
            <a:pPr>
              <a:def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Queue wait</a:t>
            </a:r>
          </a:p>
          <a:p xmlns:a="http://schemas.openxmlformats.org/drawingml/2006/main">
            <a:pPr>
              <a:def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JSONL export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CDAE5-D537-49CD-B361-3722FF67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5775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Process-local state.</a:t>
            </a:r>
          </a:p>
          <a:p xmlns:a="http://schemas.openxmlformats.org/drawingml/2006/main">
            <a:pPr>
              <a:defRPr sz="165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Restart resets budgets and retained audit.</a:t>
            </a:r>
          </a:p>
        </p:txBody>
      </p:sp>
    </p:spTree>
    <p:extLst>
      <p:ext uri="{BB962C8B-B14F-4D97-AF65-F5344CB8AC3E}">
        <p14:creationId xmlns:p14="http://schemas.microsoft.com/office/powerpoint/2010/main" val="1160870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3CE60-58B9-4479-9748-C1A7D525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Try FastFence from PyPI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658A5-4659-4E99-8DBB-25B43A3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FastFence 1.0.7    /  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5B60C-BAB2-41D6-A76B-2620DF26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C5F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C5F277"/>
                </a:solidFill>
                <a:latin typeface="Helvetica Neue"/>
                <a:ea typeface="Helvetica Neue"/>
                <a:cs typeface="Helvetica Neue"/>
              </a:rPr>
              <a:t>uv tool run fastfence@1.0.7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6BA7F-C66F-4C5A-BB40-5B56B6EB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fastfence.dev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196E2-62FF-450C-A588-821EFE8C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github.com/llama-lovers/FastFence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578C5-D260-43F2-953B-478DF43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Recorded demo: a policy change takes effect on the next request</a:t>
            </a:r>
          </a:p>
        </p:txBody>
      </p:sp>
    </p:spTree>
    <p:extLst>
      <p:ext uri="{BB962C8B-B14F-4D97-AF65-F5344CB8AC3E}">
        <p14:creationId xmlns:p14="http://schemas.microsoft.com/office/powerpoint/2010/main" val="1277370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2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FA0D3-F91E-4FA8-9DCA-02583FD3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3F6F8"/>
                </a:solidFill>
                <a:latin typeface="Helvetica Neue"/>
                <a:ea typeface="Helvetica Neue"/>
                <a:cs typeface="Helvetica Neue"/>
              </a:rPr>
              <a:t>Appendix: latency measurements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B4445-E8E2-40E0-9D65-D8516BA2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FastFence 1.0.7    / 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B961D-8E6E-40DB-9614-60556B6D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Public package 1.0.2, Apple M3 Pro, concurrency 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1905000"/>
                <a:gridCol w="1905000"/>
                <a:gridCol w="1876425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path</a:t>
                      </a:r>
                    </a:p>
                  </a:txBody>
                  <a:tcPr marL="91440" marR="91440" marT="45720" marB="45720"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p50</a:t>
                      </a:r>
                    </a:p>
                  </a:txBody>
                  <a:tcPr marL="91440" marR="91440" marT="45720" marB="45720"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733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Samples</a:t>
                      </a:r>
                    </a:p>
                  </a:txBody>
                  <a:tcPr marL="91440" marR="91440" marT="45720" marB="45720">
                    <a:solidFill>
                      <a:srgbClr val="17332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C5F27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Deterministic controls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0.206 ms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0.248 ms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2,000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C5F27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Laya input + output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1,117 ms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1,200 ms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3F6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0C121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9756E-D9DB-4881-BF8F-2E1D8459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Both exclude ingress HTTP and business-model generation.</a:t>
            </a:r>
          </a:p>
          <a:p xmlns:a="http://schemas.openxmlformats.org/drawingml/2006/main">
            <a:pPr>
              <a:defRPr sz="18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The semantic sample is small and uses a warm model.</a:t>
            </a:r>
          </a:p>
          <a:p xmlns:a="http://schemas.openxmlformats.org/drawingml/2006/main">
            <a:pPr>
              <a:defRPr sz="18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6B7C3"/>
                </a:solidFill>
                <a:latin typeface="Helvetica Neue"/>
                <a:ea typeface="Helvetica Neue"/>
                <a:cs typeface="Helvetica Neue"/>
              </a:rPr>
              <a:t>A full 1.0.7 latency benchmark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000254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2026-10-04T04:23:37.5180000Z</dcterms:created>
  <dcterms:modified xsi:type="dcterms:W3CDTF">2026-10-04T04:23:37.5180000Z</dcterms:modified>
</coreProperties>
</file>